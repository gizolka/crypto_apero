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webextensions/webextension2.xml" ContentType="application/vnd.ms-office.webextension+xml"/>
  <Override PartName="/ppt/notesSlides/notesSlide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3.xml" ContentType="application/vnd.openxmlformats-officedocument.presentationml.comments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7" r:id="rId2"/>
    <p:sldId id="258" r:id="rId3"/>
    <p:sldId id="262" r:id="rId4"/>
    <p:sldId id="259" r:id="rId5"/>
    <p:sldId id="263" r:id="rId6"/>
    <p:sldId id="264" r:id="rId7"/>
    <p:sldId id="265" r:id="rId8"/>
    <p:sldId id="282" r:id="rId9"/>
    <p:sldId id="286" r:id="rId10"/>
    <p:sldId id="266" r:id="rId11"/>
    <p:sldId id="287" r:id="rId12"/>
    <p:sldId id="275" r:id="rId13"/>
    <p:sldId id="285" r:id="rId14"/>
    <p:sldId id="273" r:id="rId15"/>
    <p:sldId id="276" r:id="rId16"/>
    <p:sldId id="279" r:id="rId17"/>
    <p:sldId id="283" r:id="rId18"/>
    <p:sldId id="269" r:id="rId19"/>
    <p:sldId id="288" r:id="rId20"/>
    <p:sldId id="267" r:id="rId21"/>
    <p:sldId id="271" r:id="rId22"/>
    <p:sldId id="280" r:id="rId23"/>
    <p:sldId id="281" r:id="rId24"/>
    <p:sldId id="278" r:id="rId25"/>
    <p:sldId id="284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anna Gizewska" initials="JG" lastIdx="4" clrIdx="0">
    <p:extLst>
      <p:ext uri="{19B8F6BF-5375-455C-9EA6-DF929625EA0E}">
        <p15:presenceInfo xmlns:p15="http://schemas.microsoft.com/office/powerpoint/2012/main" userId="Joanna Gizewsk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18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580"/>
  </p:normalViewPr>
  <p:slideViewPr>
    <p:cSldViewPr snapToGrid="0" snapToObjects="1">
      <p:cViewPr varScale="1">
        <p:scale>
          <a:sx n="90" d="100"/>
          <a:sy n="90" d="100"/>
        </p:scale>
        <p:origin x="2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4-04T11:53:53.659" idx="2">
    <p:pos x="10" y="10"/>
    <p:text>2011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4-04T13:33:30.033" idx="4">
    <p:pos x="10" y="10"/>
    <p:text>Abandoned 2015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4-04T13:24:09.557" idx="3">
    <p:pos x="10" y="10"/>
    <p:text>2014 taken down by Chuck Norris' lawyers because of infringement of trade mark rights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CC58D-5331-5740-BB90-C0AE80CB4CD2}" type="datetimeFigureOut">
              <a:rPr lang="en-US" smtClean="0"/>
              <a:t>4/3/18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74B37-C6D9-A340-9853-6995E9A9A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1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74B37-C6D9-A340-9853-6995E9A9A1F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40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74B37-C6D9-A340-9853-6995E9A9A1F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03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74B37-C6D9-A340-9853-6995E9A9A1F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253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74B37-C6D9-A340-9853-6995E9A9A1F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45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B53DB-8549-A145-8B74-D7C362567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B8DA0-54A7-D740-8F09-615FBD052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2D988-50C6-1846-818E-30B05441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6E97-C41C-0C44-BA7F-28224722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2C797-7304-4145-AC52-FC0AE966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A1B0-8F79-1F45-AB2A-706A56F8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4E691-CC8B-1149-941F-F7D0F397F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D78D1-3E84-BF4E-8B26-C1224A34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6EAE-83E6-3249-B123-43769180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38295-3247-7B45-9005-EEC9E76DE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8CEA4-15D7-E94E-9AE7-7AF1D114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B1D55-2F3A-BB41-981F-4112EED13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E3650-32E2-1642-8741-42CA9860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5493C-AF5E-1A45-AF34-64129CA8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12417-0193-334D-B629-E531810B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1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83EC-2B6F-4640-A017-952FEC14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47D8B-7FA0-2547-99F8-D71EB3D73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C7A8D-3FD8-5B47-BB14-206234D35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443E9-F183-6046-9078-92D3569E2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D2BC1-A06D-E24F-BCD9-8BCB1320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740C6-54DA-514A-88DC-16D04215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2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847A-70C4-2540-A20C-6D986E99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DCE66-F808-4C4B-AAD2-2703B0A55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2BF9F-5BF8-1847-BE54-FE525117A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D9B26-64D3-744C-9429-F0ED27D48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B7479D-74A4-E148-BA13-3C794B4AA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81564E-74D9-C545-8C6A-A559694B0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FD36BD-AA43-2B45-B0C1-E27AD427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A91DDD-44CC-0F43-B54B-B59BE492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773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6E63-3419-0649-B76C-11328E4C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EE44F-FF22-1647-9503-7A4203310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35FD4-1729-FC4C-B1F2-AA2F341D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1EEE-B4E4-D241-B839-17CF69D2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4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07550-6EB9-BA4E-9077-8A0F02FC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E4325-4143-C348-B9CB-201C2FEFE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29961-5F9A-5E48-8278-7B6399E1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1B2F6-F449-2941-8D4B-A1485F4E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5A35F-0EDC-DA4D-B681-F954D6337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FC3CB-DB77-3A46-9EFE-D5063FDC8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70ECF-6902-B845-807A-C1B82EF17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074FE-A088-DB4B-AC54-D5C128E34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012E5-BA43-BA44-ADBB-DDB08540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4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9551-A7EA-524D-9761-C5BA163D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7165B-B7DD-9A44-AB6D-B26CBA373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111C3-9AB0-E644-8E22-2F761F755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3E918-621C-5E4D-AC28-C462B922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554D4-B38A-5E4D-A0C6-F3DC0327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A077B-38EA-0C46-B34C-1854FBB6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96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3EB2-514C-9D40-9E95-25A92673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C9350-2DA5-5547-903D-48019ECA5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68AC4-86F6-D643-8AD8-6B3E1475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CA9EF-6E56-4140-8E5C-FF0ED849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3C841-45E9-7A4C-A23B-1374B040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3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1FADF-AF05-B242-9D1B-DABA228B7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D8B5D-311D-404A-8E73-A2252BE15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D5D5C-E436-A949-8DC5-FEC511A0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7B178-198D-E548-87EC-009FD5CCE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940B0-B435-7E44-AB66-3E22E470C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3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7E54B-FF3F-B844-ADB9-BB271901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85178-8CD6-B341-98CE-1E98B3B86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65C3A-A05A-C740-BA5D-CE6678416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CD4F8-57D9-544C-A16C-C50FC6BA7EDF}" type="datetimeFigureOut">
              <a:rPr lang="en-US" smtClean="0"/>
              <a:t>4/3/18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39F09-2838-0145-91A1-916760C06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280AC-6D7D-D649-A24F-C745881E2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3FB7F-9FA9-CB4B-B11A-BB82D635C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6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12" Type="http://schemas.openxmlformats.org/officeDocument/2006/relationships/image" Target="../media/image15.png"/><Relationship Id="rId17" Type="http://schemas.openxmlformats.org/officeDocument/2006/relationships/image" Target="../media/image20.jpg"/><Relationship Id="rId2" Type="http://schemas.openxmlformats.org/officeDocument/2006/relationships/image" Target="../media/image5.png"/><Relationship Id="rId16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jpg"/><Relationship Id="rId4" Type="http://schemas.openxmlformats.org/officeDocument/2006/relationships/image" Target="../media/image7.jpg"/><Relationship Id="rId9" Type="http://schemas.openxmlformats.org/officeDocument/2006/relationships/image" Target="../media/image12.jpg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1.xml"/><Relationship Id="rId5" Type="http://schemas.openxmlformats.org/officeDocument/2006/relationships/image" Target="../media/image41.png"/><Relationship Id="rId4" Type="http://schemas.openxmlformats.org/officeDocument/2006/relationships/image" Target="../media/image40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2.xml"/><Relationship Id="rId5" Type="http://schemas.openxmlformats.org/officeDocument/2006/relationships/image" Target="../media/image13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7" Type="http://schemas.openxmlformats.org/officeDocument/2006/relationships/comments" Target="../comments/commen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B99B-B199-874F-9968-ABB966852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omic Sans MS" panose="030F0902030302020204" pitchFamily="66" charset="0"/>
              </a:rPr>
              <a:t>There 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C1C057-55F0-754C-BD50-4E01ADC3B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3786" y="1825625"/>
            <a:ext cx="4384428" cy="4351338"/>
          </a:xfrm>
        </p:spPr>
      </p:pic>
    </p:spTree>
    <p:extLst>
      <p:ext uri="{BB962C8B-B14F-4D97-AF65-F5344CB8AC3E}">
        <p14:creationId xmlns:p14="http://schemas.microsoft.com/office/powerpoint/2010/main" val="3466728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EDE1693-2C8B-C247-BF84-D95DB6452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9756" y="689512"/>
            <a:ext cx="8472487" cy="5823895"/>
          </a:xfrm>
        </p:spPr>
      </p:pic>
    </p:spTree>
    <p:extLst>
      <p:ext uri="{BB962C8B-B14F-4D97-AF65-F5344CB8AC3E}">
        <p14:creationId xmlns:p14="http://schemas.microsoft.com/office/powerpoint/2010/main" val="58518336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E423-8ABB-4049-B1C8-FC2A1D1E4E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omic Sans MS" panose="030F0902030302020204" pitchFamily="66" charset="0"/>
              </a:rPr>
              <a:t>Unless…</a:t>
            </a:r>
          </a:p>
        </p:txBody>
      </p:sp>
    </p:spTree>
    <p:extLst>
      <p:ext uri="{BB962C8B-B14F-4D97-AF65-F5344CB8AC3E}">
        <p14:creationId xmlns:p14="http://schemas.microsoft.com/office/powerpoint/2010/main" val="4230630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0C98F-20CB-5D4B-9147-FF613BF7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latin typeface="Comic Sans MS" panose="030F0902030302020204" pitchFamily="66" charset="0"/>
              </a:rPr>
              <a:t>… bitcoin cosplay?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92BB1-0159-3847-9004-81E3F21CC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5821"/>
            <a:ext cx="4598237" cy="45982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426251-E0C1-8245-9CB0-BF1A54C83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636544"/>
            <a:ext cx="5690605" cy="318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511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A510-D13A-4B42-B18F-CE8E883C4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Comic Sans MS" panose="030F0902030302020204" pitchFamily="66" charset="0"/>
              </a:rPr>
              <a:t>So, what else is out there?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FDC3C-DE48-1C4D-A931-9BAA151635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16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99696B76-C7FB-A64B-97B5-AFCE1FED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17" y="228265"/>
            <a:ext cx="1545365" cy="12155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B9F2154-4C46-B041-9657-2129924F5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93" y="1594520"/>
            <a:ext cx="1681414" cy="16814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27DE300-D59F-1B4B-902A-1F0A116D0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4405" y="442911"/>
            <a:ext cx="1907503" cy="19075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6E54B39-A99E-9F44-A56A-25DD77AA6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4788" y="5040313"/>
            <a:ext cx="1574800" cy="15748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668B32D-E6F4-C444-850E-95D5C8736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3477" y="442912"/>
            <a:ext cx="1275778" cy="111630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E8E1673-1523-8F42-BFFA-3A97F6F7F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1309" y="1969953"/>
            <a:ext cx="1180323" cy="118032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443C68B-4C52-6C49-B382-07E8C296AB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1383" y="3551405"/>
            <a:ext cx="1284581" cy="128458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AC081F5-589D-0B4A-95AB-7D09A9B92A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4153" y="2350414"/>
            <a:ext cx="2067487" cy="206748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FABC570-E4B2-EC44-9619-46385ADEC4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259" y="4705336"/>
            <a:ext cx="1771650" cy="177165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B3BB01A-5CEB-4E45-8B68-307EAAE8A1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0875" y="3985968"/>
            <a:ext cx="968019" cy="117206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A66365C-28A0-E24E-AD19-8C61C931B5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3168" y="2809100"/>
            <a:ext cx="1902776" cy="189326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D53B9E8-CE39-1141-A0B1-6FAD90C134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4816" y="476051"/>
            <a:ext cx="862902" cy="86290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A222393-F0EE-AA41-BC33-296E5142AEE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69278" y="5283398"/>
            <a:ext cx="1088630" cy="108863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B295580-9737-F948-BD64-642C125BCB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251" y="5158030"/>
            <a:ext cx="1035698" cy="103569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A28945E-C804-F640-ABEC-BAD60688484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5942" y="319766"/>
            <a:ext cx="1239452" cy="123945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BE503D8A-7CC8-B743-9B1D-FEAD840D1BA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45336" y="1719719"/>
            <a:ext cx="1044575" cy="104457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96FE3F99-4965-EC47-BC4E-32BA3E8CDBC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6399" y="5213836"/>
            <a:ext cx="1227754" cy="1227754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99CDF6A-44DE-B140-8AC8-84CB4C372C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2349" y="3311236"/>
            <a:ext cx="10287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85214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69507-8DDB-BE47-9741-7B8199C05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96950"/>
            <a:ext cx="319087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Ponzicoin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Fonziecoin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Ethereum</a:t>
            </a:r>
            <a:r>
              <a:rPr lang="en-US" dirty="0">
                <a:latin typeface="Comic Sans MS" panose="030F0902030302020204" pitchFamily="66" charset="0"/>
              </a:rPr>
              <a:t> Coin</a:t>
            </a:r>
          </a:p>
          <a:p>
            <a:pPr marL="0" indent="0">
              <a:buNone/>
            </a:pPr>
            <a:r>
              <a:rPr lang="en-US" dirty="0">
                <a:latin typeface="Comic Sans MS" panose="030F0902030302020204" pitchFamily="66" charset="0"/>
              </a:rPr>
              <a:t>Jesus Coin</a:t>
            </a:r>
          </a:p>
          <a:p>
            <a:pPr marL="0" indent="0">
              <a:buNone/>
            </a:pPr>
            <a:r>
              <a:rPr lang="en-US" dirty="0">
                <a:latin typeface="Comic Sans MS" panose="030F0902030302020204" pitchFamily="66" charset="0"/>
              </a:rPr>
              <a:t>Putin Coin</a:t>
            </a: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Titticoin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Potcoin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Monacoin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902030302020204" pitchFamily="66" charset="0"/>
              </a:rPr>
              <a:t>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1D739-50C6-674B-B0D9-B553BB3F2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29075" y="996950"/>
            <a:ext cx="304323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Nyancoin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Norriscoin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Dogecoin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Pizzacoin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Selfiecoin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Deeponion</a:t>
            </a:r>
            <a:r>
              <a:rPr lang="en-US" dirty="0">
                <a:latin typeface="Comic Sans MS" panose="030F0902030302020204" pitchFamily="66" charset="0"/>
              </a:rPr>
              <a:t> Coin</a:t>
            </a: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FUCKToken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 err="1">
                <a:latin typeface="Comic Sans MS" panose="030F0902030302020204" pitchFamily="66" charset="0"/>
              </a:rPr>
              <a:t>GarlicCoin</a:t>
            </a:r>
            <a:endParaRPr lang="en-US" dirty="0">
              <a:latin typeface="Comic Sans MS" panose="030F09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902030302020204" pitchFamily="66" charset="0"/>
              </a:rPr>
              <a:t>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C65EB-A511-334F-B372-9E23BC3BD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5" y="757238"/>
            <a:ext cx="5043487" cy="504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13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DAE8-2B8E-624F-863A-50754ADD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062" y="25368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B0189B"/>
                </a:solidFill>
                <a:latin typeface="Comic Sans MS" panose="030F0902030302020204" pitchFamily="66" charset="0"/>
              </a:rPr>
              <a:t>Why those weird branding choices?</a:t>
            </a:r>
          </a:p>
        </p:txBody>
      </p:sp>
    </p:spTree>
    <p:extLst>
      <p:ext uri="{BB962C8B-B14F-4D97-AF65-F5344CB8AC3E}">
        <p14:creationId xmlns:p14="http://schemas.microsoft.com/office/powerpoint/2010/main" val="1775736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1E54D-48F1-2E43-A257-35B67A19A68E}"/>
              </a:ext>
            </a:extLst>
          </p:cNvPr>
          <p:cNvSpPr txBox="1"/>
          <p:nvPr/>
        </p:nvSpPr>
        <p:spPr>
          <a:xfrm>
            <a:off x="5386387" y="2971800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Comic Sans MS" panose="030F0902030302020204" pitchFamily="66" charset="0"/>
              </a:rPr>
              <a:t>Memes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6B0F0E-9CDE-9C44-8BB6-495C2BA62D23}"/>
              </a:ext>
            </a:extLst>
          </p:cNvPr>
          <p:cNvSpPr txBox="1"/>
          <p:nvPr/>
        </p:nvSpPr>
        <p:spPr>
          <a:xfrm>
            <a:off x="8771147" y="3556575"/>
            <a:ext cx="2555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0189B"/>
                </a:solidFill>
                <a:latin typeface="Comic Sans MS" panose="030F0902030302020204" pitchFamily="66" charset="0"/>
              </a:rPr>
              <a:t>Internet forums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A18BE-7857-2F49-9AA5-C05B90ECCDD1}"/>
              </a:ext>
            </a:extLst>
          </p:cNvPr>
          <p:cNvSpPr txBox="1"/>
          <p:nvPr/>
        </p:nvSpPr>
        <p:spPr>
          <a:xfrm>
            <a:off x="6646308" y="4607748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Chat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ECDE6-EA9A-5845-8A27-248435DB1A69}"/>
              </a:ext>
            </a:extLst>
          </p:cNvPr>
          <p:cNvSpPr txBox="1"/>
          <p:nvPr/>
        </p:nvSpPr>
        <p:spPr>
          <a:xfrm>
            <a:off x="10176895" y="565892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Blog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B7672-4506-9643-8CA1-E227E876DC4D}"/>
              </a:ext>
            </a:extLst>
          </p:cNvPr>
          <p:cNvSpPr txBox="1"/>
          <p:nvPr/>
        </p:nvSpPr>
        <p:spPr>
          <a:xfrm>
            <a:off x="2696247" y="2105978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E-Commerce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61BB6-4A43-584E-8CAB-F5BB497C9D5D}"/>
              </a:ext>
            </a:extLst>
          </p:cNvPr>
          <p:cNvSpPr txBox="1"/>
          <p:nvPr/>
        </p:nvSpPr>
        <p:spPr>
          <a:xfrm>
            <a:off x="1871662" y="4136232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Comic Sans MS" panose="030F0902030302020204" pitchFamily="66" charset="0"/>
              </a:rPr>
              <a:t>Social networks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40A75-D730-4146-81AD-1BF5A14B6667}"/>
              </a:ext>
            </a:extLst>
          </p:cNvPr>
          <p:cNvSpPr txBox="1"/>
          <p:nvPr/>
        </p:nvSpPr>
        <p:spPr>
          <a:xfrm>
            <a:off x="1543050" y="97155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Games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DCAFB-7193-BE41-B189-3F457F292A4E}"/>
              </a:ext>
            </a:extLst>
          </p:cNvPr>
          <p:cNvSpPr txBox="1"/>
          <p:nvPr/>
        </p:nvSpPr>
        <p:spPr>
          <a:xfrm>
            <a:off x="9258300" y="1340882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Wikis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0B3B7-DD40-2C40-990E-DCB881A26C97}"/>
              </a:ext>
            </a:extLst>
          </p:cNvPr>
          <p:cNvSpPr txBox="1"/>
          <p:nvPr/>
        </p:nvSpPr>
        <p:spPr>
          <a:xfrm>
            <a:off x="1243013" y="5843588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Virtual worlds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FB439-1DE3-3A47-9E59-CDFA917B1F1C}"/>
              </a:ext>
            </a:extLst>
          </p:cNvPr>
          <p:cNvSpPr txBox="1"/>
          <p:nvPr/>
        </p:nvSpPr>
        <p:spPr>
          <a:xfrm>
            <a:off x="5829778" y="602218"/>
            <a:ext cx="1604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Online videos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2E3230-90B9-2C46-8193-3E2416B01FE0}"/>
              </a:ext>
            </a:extLst>
          </p:cNvPr>
          <p:cNvSpPr txBox="1"/>
          <p:nvPr/>
        </p:nvSpPr>
        <p:spPr>
          <a:xfrm>
            <a:off x="4189353" y="6028254"/>
            <a:ext cx="286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Peer-to-peer file sharing</a:t>
            </a:r>
          </a:p>
        </p:txBody>
      </p:sp>
    </p:spTree>
    <p:extLst>
      <p:ext uri="{BB962C8B-B14F-4D97-AF65-F5344CB8AC3E}">
        <p14:creationId xmlns:p14="http://schemas.microsoft.com/office/powerpoint/2010/main" val="1301258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6C5303-D311-244C-B150-A2DF9452A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469" y="770731"/>
            <a:ext cx="8501062" cy="5678709"/>
          </a:xfrm>
        </p:spPr>
      </p:pic>
    </p:spTree>
    <p:extLst>
      <p:ext uri="{BB962C8B-B14F-4D97-AF65-F5344CB8AC3E}">
        <p14:creationId xmlns:p14="http://schemas.microsoft.com/office/powerpoint/2010/main" val="111214339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1E9D0-FFAB-CB43-8DA6-E89A640C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3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CBF0A6-0C09-A541-AA84-0601E83B4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250" y="2057850"/>
            <a:ext cx="4064759" cy="3048569"/>
          </a:xfrm>
        </p:spPr>
      </p:pic>
      <p:sp>
        <p:nvSpPr>
          <p:cNvPr id="7" name="Pentagon 6">
            <a:extLst>
              <a:ext uri="{FF2B5EF4-FFF2-40B4-BE49-F238E27FC236}">
                <a16:creationId xmlns:a16="http://schemas.microsoft.com/office/drawing/2014/main" id="{7B98697A-ADF1-D04C-82D9-34555811B1EC}"/>
              </a:ext>
            </a:extLst>
          </p:cNvPr>
          <p:cNvSpPr/>
          <p:nvPr/>
        </p:nvSpPr>
        <p:spPr>
          <a:xfrm>
            <a:off x="5619705" y="3339818"/>
            <a:ext cx="978408" cy="484632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68E49D-3672-E04E-9EAB-B9E619555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113" y="2620680"/>
            <a:ext cx="1741441" cy="1438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EC0943-8CFC-244F-B2D7-8596AAFE9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782" y="2692925"/>
            <a:ext cx="1500188" cy="150018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B202940-547F-B74B-B901-250181884A3D}"/>
              </a:ext>
            </a:extLst>
          </p:cNvPr>
          <p:cNvSpPr txBox="1"/>
          <p:nvPr/>
        </p:nvSpPr>
        <p:spPr>
          <a:xfrm>
            <a:off x="3500438" y="326394"/>
            <a:ext cx="4847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omic Sans MS" panose="030F0902030302020204" pitchFamily="66" charset="0"/>
              </a:rPr>
              <a:t>Wow, doge means dog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6F0A62-C8E9-E448-BFF2-A1467DE10363}"/>
              </a:ext>
            </a:extLst>
          </p:cNvPr>
          <p:cNvSpPr txBox="1"/>
          <p:nvPr/>
        </p:nvSpPr>
        <p:spPr>
          <a:xfrm>
            <a:off x="7625113" y="5467245"/>
            <a:ext cx="377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Internet forums &gt; Reddit | 4chan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D7A7D6-FA99-1442-9ECA-FAE2D5688071}"/>
              </a:ext>
            </a:extLst>
          </p:cNvPr>
          <p:cNvSpPr txBox="1"/>
          <p:nvPr/>
        </p:nvSpPr>
        <p:spPr>
          <a:xfrm>
            <a:off x="1934078" y="547575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902030302020204" pitchFamily="66" charset="0"/>
              </a:rPr>
              <a:t>Blog &gt; </a:t>
            </a:r>
            <a:r>
              <a:rPr lang="en-US" dirty="0" err="1">
                <a:latin typeface="Comic Sans MS" panose="030F0902030302020204" pitchFamily="66" charset="0"/>
              </a:rPr>
              <a:t>Shiba</a:t>
            </a:r>
            <a:r>
              <a:rPr lang="en-US" dirty="0">
                <a:latin typeface="Comic Sans MS" panose="030F0902030302020204" pitchFamily="66" charset="0"/>
              </a:rPr>
              <a:t> </a:t>
            </a:r>
            <a:r>
              <a:rPr lang="en-US" dirty="0" err="1">
                <a:latin typeface="Comic Sans MS" panose="030F0902030302020204" pitchFamily="66" charset="0"/>
              </a:rPr>
              <a:t>Inu</a:t>
            </a:r>
            <a:endParaRPr lang="en-US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867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1F1C-CF72-F142-B2F2-87B3B46B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817" y="-27357"/>
            <a:ext cx="10515600" cy="1325563"/>
          </a:xfrm>
        </p:spPr>
        <p:txBody>
          <a:bodyPr/>
          <a:lstStyle/>
          <a:p>
            <a:r>
              <a:rPr lang="en-US" dirty="0">
                <a:latin typeface="Comic Sans MS" panose="030F0902030302020204" pitchFamily="66" charset="0"/>
              </a:rPr>
              <a:t>Memes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BC54E5A-73ED-D248-92BF-511A7CC17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6298" y="1210969"/>
            <a:ext cx="3236913" cy="3236913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F0BEFB-D7A3-3145-A4C1-DA8A0F424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615" y="1971361"/>
            <a:ext cx="2782624" cy="27283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F3ED01-3045-EE48-B2D2-C8DCF9880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101874" cy="30769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41A756-670E-9D47-BA7E-0DC5C5D9D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34" y="3492500"/>
            <a:ext cx="2413000" cy="3365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9C8E0B-1649-7644-AD34-7E9EFE5BF3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234" y="-27357"/>
            <a:ext cx="3020766" cy="22655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5B6C57-C97E-1441-8979-C9614DF3D8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6938" y="4296962"/>
            <a:ext cx="2364034" cy="25610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118254-F0DD-1040-8E7D-EB8DE59B1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9932" y="4005953"/>
            <a:ext cx="2895600" cy="280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0A8D31-E0E6-E142-B4BE-A08EBBB6F4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5744" y="4679053"/>
            <a:ext cx="38100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680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3FE540-1904-8E40-8843-7CD6C28F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991" y="1974454"/>
            <a:ext cx="4054872" cy="405487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4C74A5A-32F7-F148-B041-CF40FDFE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 err="1">
                <a:latin typeface="Comic Sans MS" panose="030F0902030302020204" pitchFamily="66" charset="0"/>
              </a:rPr>
              <a:t>Dogecoin</a:t>
            </a:r>
            <a:endParaRPr lang="en-US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988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268B88C-8C0A-6C40-8370-1832ADE1E84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1578927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5" name="Content Placeholder 4">
                <a:extLst>
                  <a:ext uri="{FF2B5EF4-FFF2-40B4-BE49-F238E27FC236}">
                    <a16:creationId xmlns:a16="http://schemas.microsoft.com/office/drawing/2014/main" id="{D268B88C-8C0A-6C40-8370-1832ADE1E8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68761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9F66BA-0467-6842-B904-2FAFFA622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1194" y="365125"/>
            <a:ext cx="9092606" cy="6236213"/>
          </a:xfrm>
        </p:spPr>
      </p:pic>
    </p:spTree>
    <p:extLst>
      <p:ext uri="{BB962C8B-B14F-4D97-AF65-F5344CB8AC3E}">
        <p14:creationId xmlns:p14="http://schemas.microsoft.com/office/powerpoint/2010/main" val="295453026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3D5C3-7F04-254B-BD25-A387E31E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Comic Sans MS" panose="030F0902030302020204" pitchFamily="66" charset="0"/>
              </a:rPr>
              <a:t>Nyancoin</a:t>
            </a:r>
            <a:endParaRPr lang="en-US" dirty="0">
              <a:latin typeface="Comic Sans MS" panose="030F0902030302020204" pitchFamily="66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DC6A73-E8F1-9549-BEBC-4089749D0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9612" y="2262981"/>
            <a:ext cx="3152775" cy="3152775"/>
          </a:xfrm>
        </p:spPr>
      </p:pic>
    </p:spTree>
    <p:extLst>
      <p:ext uri="{BB962C8B-B14F-4D97-AF65-F5344CB8AC3E}">
        <p14:creationId xmlns:p14="http://schemas.microsoft.com/office/powerpoint/2010/main" val="4254334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160C6F-9D5E-A54E-A2EC-D8A22B60C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93" y="2272328"/>
            <a:ext cx="2897441" cy="2028210"/>
          </a:xfrm>
          <a:prstGeom prst="rect">
            <a:avLst/>
          </a:prstGeom>
        </p:spPr>
      </p:pic>
      <p:sp>
        <p:nvSpPr>
          <p:cNvPr id="11" name="Plus 10">
            <a:extLst>
              <a:ext uri="{FF2B5EF4-FFF2-40B4-BE49-F238E27FC236}">
                <a16:creationId xmlns:a16="http://schemas.microsoft.com/office/drawing/2014/main" id="{4A3CBF0D-D482-D24D-894A-3A6E8D6640C6}"/>
              </a:ext>
            </a:extLst>
          </p:cNvPr>
          <p:cNvSpPr/>
          <p:nvPr/>
        </p:nvSpPr>
        <p:spPr>
          <a:xfrm>
            <a:off x="3218334" y="2829233"/>
            <a:ext cx="914400" cy="914400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qual 13">
            <a:extLst>
              <a:ext uri="{FF2B5EF4-FFF2-40B4-BE49-F238E27FC236}">
                <a16:creationId xmlns:a16="http://schemas.microsoft.com/office/drawing/2014/main" id="{497F3D0F-F68B-C042-98A4-F44FDE314D78}"/>
              </a:ext>
            </a:extLst>
          </p:cNvPr>
          <p:cNvSpPr/>
          <p:nvPr/>
        </p:nvSpPr>
        <p:spPr>
          <a:xfrm>
            <a:off x="7192173" y="2829233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55CA34-1F2C-294D-BF84-550F364FD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8214" y="1445905"/>
            <a:ext cx="2854633" cy="28546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ACEF3A-6802-D34C-B9D4-5DA724A65DEC}"/>
              </a:ext>
            </a:extLst>
          </p:cNvPr>
          <p:cNvSpPr txBox="1"/>
          <p:nvPr/>
        </p:nvSpPr>
        <p:spPr>
          <a:xfrm>
            <a:off x="600602" y="5404500"/>
            <a:ext cx="3235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omic Sans MS" panose="030F0902030302020204" pitchFamily="66" charset="0"/>
              </a:rPr>
              <a:t>April 2, 2011 gif by </a:t>
            </a:r>
            <a:r>
              <a:rPr lang="en-US" sz="1600" dirty="0" err="1">
                <a:latin typeface="Comic Sans MS" panose="030F0902030302020204" pitchFamily="66" charset="0"/>
              </a:rPr>
              <a:t>prguitarman</a:t>
            </a:r>
            <a:endParaRPr lang="en-US" sz="1600" dirty="0">
              <a:latin typeface="Comic Sans MS" panose="030F0902030302020204" pitchFamily="66" charset="0"/>
            </a:endParaRPr>
          </a:p>
          <a:p>
            <a:pPr algn="ctr"/>
            <a:r>
              <a:rPr lang="en-US" sz="1600" dirty="0">
                <a:latin typeface="Comic Sans MS" panose="030F0902030302020204" pitchFamily="66" charset="0"/>
              </a:rPr>
              <a:t>Published in </a:t>
            </a:r>
            <a:r>
              <a:rPr lang="en-US" sz="1600" b="1" dirty="0">
                <a:latin typeface="Comic Sans MS" panose="030F0902030302020204" pitchFamily="66" charset="0"/>
              </a:rPr>
              <a:t>LOL-COMICS </a:t>
            </a:r>
            <a:r>
              <a:rPr lang="en-US" sz="1600" dirty="0">
                <a:latin typeface="Comic Sans MS" panose="030F0902030302020204" pitchFamily="66" charset="0"/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372D4A-F56A-0C43-B836-5DA7C1F6BB8A}"/>
              </a:ext>
            </a:extLst>
          </p:cNvPr>
          <p:cNvSpPr txBox="1"/>
          <p:nvPr/>
        </p:nvSpPr>
        <p:spPr>
          <a:xfrm>
            <a:off x="4341432" y="5404500"/>
            <a:ext cx="2436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mic Sans MS" panose="030F0902030302020204" pitchFamily="66" charset="0"/>
              </a:rPr>
              <a:t>Utauloid</a:t>
            </a:r>
            <a:r>
              <a:rPr lang="en-US" sz="1600" dirty="0">
                <a:latin typeface="Comic Sans MS" panose="030F0902030302020204" pitchFamily="66" charset="0"/>
              </a:rPr>
              <a:t> </a:t>
            </a:r>
            <a:r>
              <a:rPr lang="en-US" sz="1600" dirty="0" err="1">
                <a:latin typeface="Comic Sans MS" panose="030F0902030302020204" pitchFamily="66" charset="0"/>
              </a:rPr>
              <a:t>Momo</a:t>
            </a:r>
            <a:r>
              <a:rPr lang="en-US" sz="1600" dirty="0">
                <a:latin typeface="Comic Sans MS" panose="030F0902030302020204" pitchFamily="66" charset="0"/>
              </a:rPr>
              <a:t> </a:t>
            </a:r>
            <a:r>
              <a:rPr lang="en-US" sz="1600" dirty="0" err="1">
                <a:latin typeface="Comic Sans MS" panose="030F0902030302020204" pitchFamily="66" charset="0"/>
              </a:rPr>
              <a:t>Momone</a:t>
            </a:r>
            <a:endParaRPr lang="en-US" sz="1600" dirty="0">
              <a:latin typeface="Comic Sans MS" panose="030F0902030302020204" pitchFamily="66" charset="0"/>
            </a:endParaRPr>
          </a:p>
          <a:p>
            <a:r>
              <a:rPr lang="en-US" sz="1600" dirty="0">
                <a:latin typeface="Comic Sans MS" panose="030F0902030302020204" pitchFamily="66" charset="0"/>
              </a:rPr>
              <a:t>“</a:t>
            </a:r>
            <a:r>
              <a:rPr lang="en-US" sz="1600" b="1" dirty="0" err="1">
                <a:latin typeface="Comic Sans MS" panose="030F0902030302020204" pitchFamily="66" charset="0"/>
              </a:rPr>
              <a:t>Nyanyanyanyanyan</a:t>
            </a:r>
            <a:r>
              <a:rPr lang="en-US" sz="1600" dirty="0">
                <a:latin typeface="Comic Sans MS" panose="030F0902030302020204" pitchFamily="66" charset="0"/>
              </a:rPr>
              <a:t>…”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CF28D2-CB69-7848-8B1A-45CB8D8C351B}"/>
              </a:ext>
            </a:extLst>
          </p:cNvPr>
          <p:cNvSpPr txBox="1"/>
          <p:nvPr/>
        </p:nvSpPr>
        <p:spPr>
          <a:xfrm>
            <a:off x="7801240" y="5281388"/>
            <a:ext cx="44085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omic Sans MS" panose="030F0902030302020204" pitchFamily="66" charset="0"/>
              </a:rPr>
              <a:t>From April 5, 2018 Nyan Cat on </a:t>
            </a:r>
          </a:p>
          <a:p>
            <a:pPr algn="ctr"/>
            <a:r>
              <a:rPr lang="en-US" sz="1600" b="1" dirty="0">
                <a:latin typeface="Comic Sans MS" panose="030F0902030302020204" pitchFamily="66" charset="0"/>
              </a:rPr>
              <a:t>YouTube</a:t>
            </a:r>
          </a:p>
          <a:p>
            <a:r>
              <a:rPr lang="en-US" sz="1600" b="1" dirty="0">
                <a:latin typeface="Comic Sans MS" panose="030F0902030302020204" pitchFamily="66" charset="0"/>
              </a:rPr>
              <a:t>Facebook, Tumblr, </a:t>
            </a:r>
            <a:r>
              <a:rPr lang="en-US" sz="1600" b="1" dirty="0" err="1">
                <a:latin typeface="Comic Sans MS" panose="030F0902030302020204" pitchFamily="66" charset="0"/>
              </a:rPr>
              <a:t>Memebase</a:t>
            </a:r>
            <a:r>
              <a:rPr lang="en-US" sz="1600" b="1" dirty="0">
                <a:latin typeface="Comic Sans MS" panose="030F0902030302020204" pitchFamily="66" charset="0"/>
              </a:rPr>
              <a:t>, </a:t>
            </a:r>
            <a:r>
              <a:rPr lang="en-US" sz="1600" b="1" dirty="0" err="1">
                <a:latin typeface="Comic Sans MS" panose="030F0902030302020204" pitchFamily="66" charset="0"/>
              </a:rPr>
              <a:t>Buzzfeed</a:t>
            </a:r>
            <a:r>
              <a:rPr lang="en-US" sz="1600" b="1" dirty="0">
                <a:latin typeface="Comic Sans MS" panose="030F0902030302020204" pitchFamily="66" charset="0"/>
              </a:rPr>
              <a:t> </a:t>
            </a:r>
            <a:r>
              <a:rPr lang="en-US" sz="1600" b="1" dirty="0" err="1">
                <a:latin typeface="Comic Sans MS" panose="030F0902030302020204" pitchFamily="66" charset="0"/>
              </a:rPr>
              <a:t>etc</a:t>
            </a:r>
            <a:endParaRPr lang="en-US" sz="1600" b="1" dirty="0">
              <a:latin typeface="Comic Sans MS" panose="030F0902030302020204" pitchFamily="66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239C02A-9187-7742-825A-37213D02C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758" y="536089"/>
            <a:ext cx="2032774" cy="458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68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F62130F9-870C-C448-B906-E38E1DD052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4954657"/>
                  </p:ext>
                </p:extLst>
              </p:nvPr>
            </p:nvGraphicFramePr>
            <p:xfrm>
              <a:off x="0" y="0"/>
              <a:ext cx="12191999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F62130F9-870C-C448-B906-E38E1DD052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1999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5372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A7DBB98-3B5C-664E-88CD-73DE686C6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50" y="157161"/>
            <a:ext cx="5277129" cy="29575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02E6E9-251B-D84B-A794-A11B1B382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187" y="157161"/>
            <a:ext cx="4605843" cy="30672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365926-5AA3-C64E-B4DD-BB3F4BABF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3390898"/>
            <a:ext cx="5200651" cy="34575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3BEE8F-F28D-4848-AFD2-75AC2507A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484" y="3533773"/>
            <a:ext cx="4937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4399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F263F09-23D9-AE45-8D04-ACE1CC39B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"/>
            <a:ext cx="12207526" cy="3743324"/>
          </a:xfrm>
        </p:spPr>
      </p:pic>
    </p:spTree>
    <p:extLst>
      <p:ext uri="{BB962C8B-B14F-4D97-AF65-F5344CB8AC3E}">
        <p14:creationId xmlns:p14="http://schemas.microsoft.com/office/powerpoint/2010/main" val="395170417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256260-BF1B-AD44-A909-789F354AF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63" y="890587"/>
            <a:ext cx="2317750" cy="2609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CD6B95-7041-494E-9ED8-FD844EDF0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63" y="4204821"/>
            <a:ext cx="3281035" cy="2292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A7FFD5-6FA9-6E43-980C-0D536EA59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898" y="414337"/>
            <a:ext cx="2377581" cy="3086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220CBA-A20C-B44A-8144-2706B0385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594" y="2065338"/>
            <a:ext cx="4278967" cy="427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98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943BF-C425-8F49-8303-47907E1C8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910" y="3208733"/>
            <a:ext cx="3311378" cy="2205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F554B5-C15B-3F4C-A12A-8A34500CB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488" y="3780233"/>
            <a:ext cx="3208340" cy="24062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D9122-1E41-FF4F-9D23-23A568BD1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739" y="541338"/>
            <a:ext cx="4116212" cy="2315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D54318-B935-0F44-88EF-7454A9A89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288" y="351233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05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942B3B-1495-6D40-8035-07E301080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137" y="237332"/>
            <a:ext cx="1226125" cy="121999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46E1CA-5EA2-4046-84FB-1C947229F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62" y="237332"/>
            <a:ext cx="10673100" cy="586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23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F0399992-FEBB-5C41-8BEF-E0F099F775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787178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F0399992-FEBB-5C41-8BEF-E0F099F775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251828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6991-04E1-DD4F-A7B1-EFF7CF0C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2BA434-6FAE-D940-BCCD-74165B81B6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662" y="610977"/>
            <a:ext cx="8207375" cy="5460417"/>
          </a:xfrm>
        </p:spPr>
      </p:pic>
    </p:spTree>
    <p:extLst>
      <p:ext uri="{BB962C8B-B14F-4D97-AF65-F5344CB8AC3E}">
        <p14:creationId xmlns:p14="http://schemas.microsoft.com/office/powerpoint/2010/main" val="320830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webextensions/webextension1.xml><?xml version="1.0" encoding="utf-8"?>
<we:webextension xmlns:we="http://schemas.microsoft.com/office/webextensions/webextension/2010/11" id="{B3F61603-7C5B-6B49-A57E-4D220967D7C0}">
  <we:reference id="wa104221182" version="3.3.0.0" store="en-US" storeType="OMEX"/>
  <we:alternateReferences>
    <we:reference id="wa104221182" version="3.3.0.0" store="wa104221182" storeType="OMEX"/>
  </we:alternateReferences>
  <we:properties>
    <we:property name="slideId" value="276"/>
    <we:property name="vid" value="&quot;https://youtu.be/000al7ru3ms&quot;"/>
    <we:property name="autoplay" value="0"/>
    <we:property name="starttime" value="0"/>
    <we:property name="endtime" value="0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B389E706-9842-3248-B67C-3A3A1EBCB4FD}">
  <we:reference id="wa104221182" version="3.3.0.0" store="en-US" storeType="OMEX"/>
  <we:alternateReferences>
    <we:reference id="wa104221182" version="3.3.0.0" store="wa104221182" storeType="OMEX"/>
  </we:alternateReferences>
  <we:properties>
    <we:property name="slideId" value="288"/>
    <we:property name="vid" value="&quot;https://youtu.be/QH2-TGUlwu4&quot;"/>
    <we:property name="autoplay" value="0"/>
    <we:property name="starttime" value="0"/>
    <we:property name="endtime" value="0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BB54A3A2-38B6-4147-9D3D-4B6B6A82A487}">
  <we:reference id="wa104221182" version="3.3.0.0" store="en-US" storeType="OMEX"/>
  <we:alternateReferences>
    <we:reference id="wa104221182" version="3.3.0.0" store="wa104221182" storeType="OMEX"/>
  </we:alternateReferences>
  <we:properties>
    <we:property name="slideId" value="284"/>
    <we:property name="vid" value="&quot;https://youtu.be/MgaDBYamU7g&quot;"/>
    <we:property name="autoplay" value="0"/>
    <we:property name="starttime" value="0"/>
    <we:property name="endtime" value="0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1828</TotalTime>
  <Words>116</Words>
  <Application>Microsoft Macintosh PowerPoint</Application>
  <PresentationFormat>Widescreen</PresentationFormat>
  <Paragraphs>51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Comic Sans MS</vt:lpstr>
      <vt:lpstr>Office Theme</vt:lpstr>
      <vt:lpstr>There is </vt:lpstr>
      <vt:lpstr>PowerPoint Presentation</vt:lpstr>
      <vt:lpstr>Unless…</vt:lpstr>
      <vt:lpstr>… bitcoin cosplay?</vt:lpstr>
      <vt:lpstr>So, what else is out there?</vt:lpstr>
      <vt:lpstr>PowerPoint Presentation</vt:lpstr>
      <vt:lpstr>PowerPoint Presentation</vt:lpstr>
      <vt:lpstr>Why those weird branding choices?</vt:lpstr>
      <vt:lpstr>PowerPoint Presentation</vt:lpstr>
      <vt:lpstr>PowerPoint Presentation</vt:lpstr>
      <vt:lpstr>PowerPoint Presentation</vt:lpstr>
      <vt:lpstr>PowerPoint Presentation</vt:lpstr>
      <vt:lpstr>Memes</vt:lpstr>
      <vt:lpstr>Dogecoin</vt:lpstr>
      <vt:lpstr>PowerPoint Presentation</vt:lpstr>
      <vt:lpstr>PowerPoint Presentation</vt:lpstr>
      <vt:lpstr>Nyancoin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There is </dc:title>
  <dc:creator>Joanna Gizewska</dc:creator>
  <cp:lastModifiedBy>Joanna Gizewska</cp:lastModifiedBy>
  <cp:revision>42</cp:revision>
  <dcterms:created xsi:type="dcterms:W3CDTF">2018-04-03T07:29:25Z</dcterms:created>
  <dcterms:modified xsi:type="dcterms:W3CDTF">2018-04-04T13:57:38Z</dcterms:modified>
</cp:coreProperties>
</file>